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slide 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>
            <a:r>
              <a:t>A repeated text paragraph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